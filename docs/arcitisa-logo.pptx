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C2A7"/>
    <a:srgbClr val="2D3E50"/>
    <a:srgbClr val="168875"/>
    <a:srgbClr val="4FB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5191-0C23-40C8-7603-1792DED4B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5BC70-8D36-4155-AFA5-5D134C84E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C4E6A-0876-4DE6-7C78-F3391E52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243EB-2335-1B3C-C2EA-D696C8BB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393D-D4F2-E4A7-B4B8-E1E753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5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71A6-4C9A-617E-34F6-0D51B896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B04AB-8968-BED6-B59C-31A561AE4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9707A-0BF2-4D10-07EF-8089A545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CC106-EB9E-7695-D495-A4882C7B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23DD6-BEF3-5DFF-3C26-8AC8CE94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7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B8F2-CAD4-C2C1-9910-8B599794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7F880-3208-2A6C-B092-B528C56B4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5A1E8-4005-B18C-500D-9A7FA2B0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DDA00-1E28-AA82-50C8-4F850D42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C4B31-1470-30E5-AE62-E6D0FAD2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82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DBEA-B2C5-3FD1-78F6-F6AE1516F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DA7C-E7C8-1835-BA08-79194D6CC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DA443-34BA-FA50-1E5D-E929FBAFB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A39CA-409A-582B-2501-F1AE2917C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067EE-259F-9018-DF9C-A9FD15E42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5EE80-53C3-D387-6843-B53BD9FA9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2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F27B-1CD3-65E3-881A-88A7E0BA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1FCB2-A6A1-398D-D209-9D70046B7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F6783-DBA1-305A-3991-A410558DB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4111F-ABFF-C6AC-134D-9B23F158A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23A90-85CF-DDC7-9835-916E0679C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58F49-2A36-ACBB-B5CF-979188D7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E87B8-F9DE-CD56-B2C4-AE1CC7BE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8E1B1-41C2-8747-4E98-9618AE68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0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7A9F-78BA-D85D-5AD2-50C7BCAF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18EBF-617D-6DFD-8C9E-DBAA6B4A5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F8C263-7E39-D240-8F6B-01F86AE6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15998-DE81-E01C-EFF1-0038F454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2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2B87B-15B4-9867-8EA5-761BEE94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86046-AF36-391F-FE5C-009BE043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BB100-8CEB-EB35-13CD-8EF96C9F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7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D9C1-7EA8-1FC0-1334-08AB6A9C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CD5C-50B2-9FBE-B486-AC66A327C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B3225-5E24-703E-0D17-43D0A67BC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4FD64-E723-878D-92AF-25B196526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0B6B0-B0CE-9A09-0851-14495FE8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203B3-6709-74C2-7C73-06513CE5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6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7257-8776-3CB1-6666-015F66E3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8C52C-4FB9-FC6E-2149-51F556486E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62D95-7B10-D3FB-8957-56901F092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52349-FE00-769F-F573-DA0E3E03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B2B0F-1B45-6B41-F053-79A07955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A37FB-4C54-27EE-3350-442653AB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25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B21D-D76E-6F33-917F-3221AB27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F24CA-0CBC-0668-A791-1FC9227EE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5B4E3-9DB0-40CB-2456-8BB5B64F2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B4FA5-DF04-7C78-9C52-E2AFCB3F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FBA1C-E3A0-C7BD-1FB0-B78C1300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5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8C211-6E63-E1F6-1137-4782B5B7E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28337-1998-80B9-3A28-EFC1DA9EB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1D7E0-0DD8-9BFE-9690-B1E5C1664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807F-E9F7-7EEE-FF28-89221FAC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7A209-DFCA-8605-A4EA-9A90EB9B7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4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A12AC4-F6E9-8AF6-CAEF-DEDDF41EB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3F9D2-F44A-4A41-9E03-00A23675E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2E4E-0A1C-9419-6DAA-34F177A23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DB214-7D5E-4CA0-9901-9457A0D1B52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3B8A8-FBB6-C19D-2B93-9E012D5D5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A694D-2D5D-D13A-80C1-DEBE933E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75977-DE26-48FA-AAF4-6F9ADE6B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7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621BD4-3E7A-C064-E068-C9D5DBCFF2D2}"/>
              </a:ext>
            </a:extLst>
          </p:cNvPr>
          <p:cNvSpPr/>
          <p:nvPr/>
        </p:nvSpPr>
        <p:spPr>
          <a:xfrm>
            <a:off x="2105026" y="2105561"/>
            <a:ext cx="7356324" cy="2450054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FC2A7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0538C9-BA1C-ABD0-6DAE-7EF7D8F49E11}"/>
              </a:ext>
            </a:extLst>
          </p:cNvPr>
          <p:cNvSpPr/>
          <p:nvPr/>
        </p:nvSpPr>
        <p:spPr>
          <a:xfrm>
            <a:off x="2168451" y="2105561"/>
            <a:ext cx="7229474" cy="2646878"/>
          </a:xfrm>
          <a:prstGeom prst="roundRect">
            <a:avLst/>
          </a:prstGeom>
          <a:solidFill>
            <a:srgbClr val="1FC2A7">
              <a:alpha val="27000"/>
            </a:srgb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A5443-505C-C71B-FF89-377147295391}"/>
              </a:ext>
            </a:extLst>
          </p:cNvPr>
          <p:cNvSpPr txBox="1"/>
          <p:nvPr/>
        </p:nvSpPr>
        <p:spPr>
          <a:xfrm>
            <a:off x="2495550" y="2105561"/>
            <a:ext cx="664575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600" b="1" noProof="1">
                <a:ln w="19050">
                  <a:solidFill>
                    <a:srgbClr val="168875"/>
                  </a:solidFill>
                </a:ln>
                <a:noFill/>
                <a:effectLst>
                  <a:glow rad="88900">
                    <a:srgbClr val="168875">
                      <a:alpha val="40000"/>
                    </a:srgbClr>
                  </a:glow>
                </a:effectLst>
                <a:latin typeface="Agency FB" panose="020B0503020202020204" pitchFamily="34" charset="0"/>
              </a:rPr>
              <a:t>ARCitISA</a:t>
            </a:r>
            <a:endParaRPr lang="en-US" b="1" dirty="0">
              <a:ln w="19050">
                <a:solidFill>
                  <a:srgbClr val="168875"/>
                </a:solidFill>
              </a:ln>
              <a:noFill/>
              <a:effectLst>
                <a:glow rad="88900">
                  <a:srgbClr val="168875">
                    <a:alpha val="40000"/>
                  </a:srgbClr>
                </a:glo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DB98CD-F6AD-4666-3F19-0D5DECAFB1DF}"/>
              </a:ext>
            </a:extLst>
          </p:cNvPr>
          <p:cNvSpPr txBox="1"/>
          <p:nvPr/>
        </p:nvSpPr>
        <p:spPr>
          <a:xfrm>
            <a:off x="2460309" y="2105561"/>
            <a:ext cx="664575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600" b="1" noProof="1">
                <a:ln w="19050">
                  <a:solidFill>
                    <a:srgbClr val="1FC2A7"/>
                  </a:solidFill>
                </a:ln>
                <a:noFill/>
                <a:effectLst>
                  <a:glow rad="12700">
                    <a:srgbClr val="1FC2A7">
                      <a:alpha val="40000"/>
                    </a:srgbClr>
                  </a:glow>
                </a:effectLst>
                <a:latin typeface="Agency FB" panose="020B0503020202020204" pitchFamily="34" charset="0"/>
              </a:rPr>
              <a:t>ARCitISA</a:t>
            </a:r>
            <a:endParaRPr lang="en-US" b="1" dirty="0">
              <a:ln w="19050">
                <a:solidFill>
                  <a:srgbClr val="1FC2A7"/>
                </a:solidFill>
              </a:ln>
              <a:noFill/>
              <a:effectLst>
                <a:glow rad="12700">
                  <a:srgbClr val="1FC2A7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579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C281-5E92-B0F7-0238-20A4DB21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C00B57-3A69-A8B7-1085-D1A11A5B71B1}"/>
              </a:ext>
            </a:extLst>
          </p:cNvPr>
          <p:cNvSpPr/>
          <p:nvPr/>
        </p:nvSpPr>
        <p:spPr>
          <a:xfrm>
            <a:off x="1768915" y="2259000"/>
            <a:ext cx="2340000" cy="2340000"/>
          </a:xfrm>
          <a:prstGeom prst="roundRect">
            <a:avLst/>
          </a:prstGeom>
          <a:solidFill>
            <a:schemeClr val="tx2"/>
          </a:solidFill>
          <a:ln w="38100">
            <a:solidFill>
              <a:srgbClr val="1FC2A7"/>
            </a:solidFill>
          </a:ln>
          <a:effectLst>
            <a:innerShdw blurRad="495300" dist="165100" dir="13500000">
              <a:srgbClr val="1FC2A7">
                <a:alpha val="50000"/>
              </a:s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FC2A7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F2CF53-046C-DA1E-B6D2-DD57FBD6B7FB}"/>
              </a:ext>
            </a:extLst>
          </p:cNvPr>
          <p:cNvSpPr/>
          <p:nvPr/>
        </p:nvSpPr>
        <p:spPr>
          <a:xfrm>
            <a:off x="2056115" y="2398706"/>
            <a:ext cx="1915809" cy="2060588"/>
          </a:xfrm>
          <a:prstGeom prst="roundRect">
            <a:avLst/>
          </a:prstGeom>
          <a:solidFill>
            <a:srgbClr val="1FC2A7">
              <a:alpha val="27000"/>
            </a:srgb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E52169-97BB-0E14-9DEE-74A22EBAFA3E}"/>
              </a:ext>
            </a:extLst>
          </p:cNvPr>
          <p:cNvSpPr txBox="1"/>
          <p:nvPr/>
        </p:nvSpPr>
        <p:spPr>
          <a:xfrm>
            <a:off x="2307849" y="2005639"/>
            <a:ext cx="1475151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900" b="1" noProof="1">
                <a:ln w="19050">
                  <a:solidFill>
                    <a:srgbClr val="168875"/>
                  </a:solidFill>
                </a:ln>
                <a:noFill/>
                <a:effectLst>
                  <a:glow rad="88900">
                    <a:srgbClr val="168875">
                      <a:alpha val="40000"/>
                    </a:srgbClr>
                  </a:glow>
                </a:effectLst>
                <a:latin typeface="Agency FB" panose="020B0503020202020204" pitchFamily="34" charset="0"/>
              </a:rPr>
              <a:t>A</a:t>
            </a:r>
            <a:endParaRPr lang="en-US" b="1" dirty="0">
              <a:ln w="19050">
                <a:solidFill>
                  <a:srgbClr val="168875"/>
                </a:solidFill>
              </a:ln>
              <a:noFill/>
              <a:effectLst>
                <a:glow rad="88900">
                  <a:srgbClr val="168875">
                    <a:alpha val="40000"/>
                  </a:srgbClr>
                </a:glo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143C8D-8332-A1AC-2327-55E09D27C16A}"/>
              </a:ext>
            </a:extLst>
          </p:cNvPr>
          <p:cNvSpPr txBox="1"/>
          <p:nvPr/>
        </p:nvSpPr>
        <p:spPr>
          <a:xfrm>
            <a:off x="2268832" y="1996114"/>
            <a:ext cx="1340166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900" b="1" noProof="1">
                <a:ln w="19050">
                  <a:solidFill>
                    <a:srgbClr val="1FC2A7"/>
                  </a:solidFill>
                </a:ln>
                <a:noFill/>
                <a:effectLst>
                  <a:glow rad="12700">
                    <a:srgbClr val="1FC2A7">
                      <a:alpha val="40000"/>
                    </a:srgbClr>
                  </a:glow>
                </a:effectLst>
                <a:latin typeface="Agency FB" panose="020B0503020202020204" pitchFamily="34" charset="0"/>
              </a:rPr>
              <a:t>A</a:t>
            </a:r>
            <a:endParaRPr lang="en-US" b="1" dirty="0">
              <a:ln w="19050">
                <a:solidFill>
                  <a:srgbClr val="1FC2A7"/>
                </a:solidFill>
              </a:ln>
              <a:noFill/>
              <a:effectLst>
                <a:glow rad="12700">
                  <a:srgbClr val="1FC2A7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2696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Agency FB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F</dc:creator>
  <cp:lastModifiedBy>Kevin F</cp:lastModifiedBy>
  <cp:revision>2</cp:revision>
  <dcterms:created xsi:type="dcterms:W3CDTF">2026-10-16T14:14:16Z</dcterms:created>
  <dcterms:modified xsi:type="dcterms:W3CDTF">2026-10-16T15:00:11Z</dcterms:modified>
</cp:coreProperties>
</file>