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37464"/>
    <a:srgbClr val="79DACA"/>
    <a:srgbClr val="1FC2A7"/>
    <a:srgbClr val="0C4E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101" d="100"/>
          <a:sy n="101" d="100"/>
        </p:scale>
        <p:origin x="18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4B971-3044-CFBF-4998-4A071A2EE1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97D68A-E4A6-EBE4-A61D-1FD96ADC94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951B32-1E8A-995E-0B7D-FE923CB85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41D39-81A9-4ADC-B968-CAB55AEB7B2F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7F6A20-3934-DA7B-C615-63D0395B4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714BD9-6048-B7AC-AA1B-829086D1E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366F1-4843-4B2C-8224-D036AFE81C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8743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D7168-4730-3403-0D28-E60DC8423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E69A47-FF4E-9965-038D-A34EABE28C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E3627F-5ECA-A90F-A272-EA411C775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41D39-81A9-4ADC-B968-CAB55AEB7B2F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F79272-1233-697D-C070-DE54FC5DE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AC06D5-9500-F769-2C88-BA4885EF9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366F1-4843-4B2C-8224-D036AFE81C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139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A072A-0FCA-677F-44B8-A14AF3EF4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C0F074-D52D-8BCC-2F2B-58F00121CD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E3571D-521B-A69A-842B-48055567E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41D39-81A9-4ADC-B968-CAB55AEB7B2F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DFF579-BE2A-A381-AE5F-25E3A53B0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7280F4-4827-0781-DF13-78CB84B31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366F1-4843-4B2C-8224-D036AFE81C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4910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06CE3-ABFB-CE11-A55B-102968080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DD144-EED7-43E7-420E-B3BF44C532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409D2D-C04C-1B56-89B4-7C56383AFE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973B9E-88F8-B43D-4891-654092F0B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41D39-81A9-4ADC-B968-CAB55AEB7B2F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8ACD15-C939-B9BD-00D3-CCC2C5691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3DA8DF-4293-391D-06B9-2DDCB2F89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366F1-4843-4B2C-8224-D036AFE81C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619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95052-48D6-D982-164F-B40B29F59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D53298-31A9-8272-5318-65F24E0A59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8124C3-2D1A-5422-3084-BAAF90C327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E09399-8A2D-E09E-2B71-ABC4A8617C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16CACC-BFAE-3C92-8644-8CC1A5B6A4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E83663-F83A-10A8-ACF6-B5437AF5F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41D39-81A9-4ADC-B968-CAB55AEB7B2F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3F21E1-0ACC-13CC-6149-51C96B054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3DE640-B0A0-4DEF-E9F8-D3239EDCB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366F1-4843-4B2C-8224-D036AFE81C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300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889A4-669D-D4B2-020D-FB7390B3E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28EEE0-5EE1-E613-6480-749B8CD89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41D39-81A9-4ADC-B968-CAB55AEB7B2F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459B83-4E3D-4E90-996A-CF51C4CAE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F8346C-B214-54F1-B8A9-3C72995F9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366F1-4843-4B2C-8224-D036AFE81C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417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DC6E19-B97F-6B43-0B21-3A4D0A3A9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41D39-81A9-4ADC-B968-CAB55AEB7B2F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0B622D-958A-99F2-275C-92BF0FFFF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805BB0-B471-4A96-BAF7-AC97CB8F3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366F1-4843-4B2C-8224-D036AFE81C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877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F24F4-067A-501F-98CB-00F0DFA01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73B95D-084E-937F-A311-94A7A9EF75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7B4DCA-A566-FDFD-F5D1-F08BA72FE3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069E76-98DA-85CC-86F1-751EC0DF4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41D39-81A9-4ADC-B968-CAB55AEB7B2F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DD3285-62E8-3487-3E51-84812E20E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51CE5E-F333-FD2E-1DF3-F9569AD36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366F1-4843-4B2C-8224-D036AFE81C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1521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745FA-8EEB-9A19-F616-87E8953D8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97917F-929C-62E3-7796-48B6467B7C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68AB0C-EB9A-E527-296E-A5C56E1FB8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B3ADD4-799E-2A4A-A686-C97AFDF96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41D39-81A9-4ADC-B968-CAB55AEB7B2F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585CB3-5AF6-995F-FC57-310E1151A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537A72-2F8E-C0EA-6492-6AFFF3936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366F1-4843-4B2C-8224-D036AFE81C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3818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5D186-52AF-169F-C2D7-996C4E63E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2517A7-1995-1D81-D58B-9B18788591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14FB27-88EF-6CB7-CF3A-6AB8B6449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41D39-81A9-4ADC-B968-CAB55AEB7B2F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1C7748-5129-E053-97EA-729310481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17EEA9-D557-88E4-9A77-258D785FA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366F1-4843-4B2C-8224-D036AFE81C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9065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DCE920-393D-9333-C1CA-A835F099B2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8B3578-9A84-92BE-8292-64EFF779B5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CA82FD-C7FF-7F88-7E00-858ACC99A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41D39-81A9-4ADC-B968-CAB55AEB7B2F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32C6A7-CCDC-BF8A-DA8F-2788E4B06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16F19B-7133-3818-623C-D89FA391E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366F1-4843-4B2C-8224-D036AFE81C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3164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AD658E-244A-AFE4-88A5-EE302183E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809E0B-6417-FA1C-13F3-0C6710D7C1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895C05-7C09-AF29-67B1-62F33310D4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A41D39-81A9-4ADC-B968-CAB55AEB7B2F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2D6D6E-D433-3524-720D-1422356FDD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2B43CD-10F4-CAFD-5918-AAE7A20AB1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3366F1-4843-4B2C-8224-D036AFE81C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670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6C3D3222-AFB3-A7D7-C6D7-2859B2FB497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1793316"/>
            <a:ext cx="12192000" cy="3271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8195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42AD10B-DF98-ACFD-024A-60A45A0A3D08}"/>
              </a:ext>
            </a:extLst>
          </p:cNvPr>
          <p:cNvSpPr/>
          <p:nvPr/>
        </p:nvSpPr>
        <p:spPr>
          <a:xfrm>
            <a:off x="3396000" y="729000"/>
            <a:ext cx="5400000" cy="5400000"/>
          </a:xfrm>
          <a:prstGeom prst="roundRect">
            <a:avLst>
              <a:gd name="adj" fmla="val 4903"/>
            </a:avLst>
          </a:prstGeom>
          <a:gradFill flip="none" rotWithShape="1">
            <a:gsLst>
              <a:gs pos="78000">
                <a:srgbClr val="137464"/>
              </a:gs>
              <a:gs pos="12000">
                <a:srgbClr val="1FC2A7"/>
              </a:gs>
              <a:gs pos="49000">
                <a:srgbClr val="79DACA"/>
              </a:gs>
            </a:gsLst>
            <a:lin ang="2700000" scaled="1"/>
            <a:tileRect/>
          </a:gradFill>
          <a:ln>
            <a:solidFill>
              <a:srgbClr val="0C4E4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  <a:sp3d extrusionH="57150">
              <a:bevelT w="38100" h="38100" prst="angle"/>
            </a:sp3d>
          </a:bodyPr>
          <a:lstStyle/>
          <a:p>
            <a:pPr algn="ctr"/>
            <a:r>
              <a:rPr lang="en-US" sz="49600" dirty="0">
                <a:solidFill>
                  <a:schemeClr val="bg1">
                    <a:lumMod val="95000"/>
                  </a:schemeClr>
                </a:solidFill>
              </a:rPr>
              <a:t>S</a:t>
            </a:r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76083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</Words>
  <Application>Microsoft Office PowerPoint</Application>
  <PresentationFormat>Widescreen</PresentationFormat>
  <Paragraphs>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Kevin F</dc:creator>
  <cp:lastModifiedBy>Kevin F</cp:lastModifiedBy>
  <cp:revision>1</cp:revision>
  <dcterms:created xsi:type="dcterms:W3CDTF">2026-06-10T11:26:45Z</dcterms:created>
  <dcterms:modified xsi:type="dcterms:W3CDTF">2026-06-10T11:41:03Z</dcterms:modified>
</cp:coreProperties>
</file>